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05840" cy="1005840"/>
          </a:xfrm>
          <a:prstGeom prst="roundRect">
            <a:avLst>
              <a:gd name="adj" fmla="val 16364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CK工程 / Construction App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取代地盤嘅 WhatsApp + Excel + 紙簿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香港地盤工程管理 — 一個 app 搞掂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關春傑 Kwan Chun Kit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·   kck980724@gmail.com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34072" y="5852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iOS App Store 已上架 · Android Play 測試中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今日嘅地盤現實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資料散晒，dispute 嗰時靠記性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2356" y="228600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8116" y="265176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928116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28116" y="3657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WhatsApp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28116" y="41605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揾唔到上個月 02 號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邊個簽嘅 PTW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28116" y="5074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200 條未讀，問題沉底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02836" y="228600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68596" y="265176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/>
        </p:spPr>
      </p:sp>
      <p:sp>
        <p:nvSpPr>
          <p:cNvPr id="12" name="Text 10"/>
          <p:cNvSpPr/>
          <p:nvPr/>
        </p:nvSpPr>
        <p:spPr>
          <a:xfrm>
            <a:off x="4768596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68596" y="3657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紙簿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68596" y="41605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落雨整濕、塵蓋住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收唔到 office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68596" y="5074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Dispute 揾唔返記錄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43316" y="228600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09076" y="265176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/>
        </p:spPr>
      </p:sp>
      <p:sp>
        <p:nvSpPr>
          <p:cNvPr id="18" name="Text 16"/>
          <p:cNvSpPr/>
          <p:nvPr/>
        </p:nvSpPr>
        <p:spPr>
          <a:xfrm>
            <a:off x="8609076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609076" y="3657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09076" y="41605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PM 用 v3 final FINAL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foreman 用 v1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09076" y="5074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冇人知邊個版本啱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呢個 cost 你幾錢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每個鐘 PM 唔知地盤點，就係 dispute 嘅土壤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2356" y="274320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745236" y="31089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HK$50,000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36676" y="42062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平均一單 dispute settlement（行業估算）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2836" y="274320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85716" y="31089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小時/日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77156" y="42062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PM 花喺追 foreman daily report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43316" y="274320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8426196" y="31089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45%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517636" y="42062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site issues 升級之後先發現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 app，三個角色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 audit trail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2356" y="219456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2356" y="219456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562356" y="21945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判頭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28116" y="310896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物料 request + 急件 alert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逾期 / 吹大水即時知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 link 進度項目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02836" y="219456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2836" y="219456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402836" y="21945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Foreman / 工程師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768596" y="310896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秒 daily report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PTW 電子簽 + 拎相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焊接 / 棚架全部 PTW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43316" y="219456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43316" y="219456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8243316" y="21945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老總 / PM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09076" y="310896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Real-time 4-zone dashboard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Audit trail for dispute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 escalation chain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66928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每一個 click 都有 timestamp + user 簽名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 9am 到晚 6pm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個步驟 — WhatsApp 唔再做 ops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9am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194560" y="2286000"/>
            <a:ext cx="935431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2286000"/>
            <a:ext cx="8805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判頭喺 app 申請物料（急件 toggle）→ 老總即收 push notification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29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2pm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194560" y="3429000"/>
            <a:ext cx="935431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3429000"/>
            <a:ext cx="8805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Foreman 喺手機 update 進度 60% → office 即見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72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6pm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194560" y="4572000"/>
            <a:ext cx="935431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4572000"/>
            <a:ext cx="8805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PM 一鍵 export 今日 PDF → 俾 owner / 加入 dispute file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WhatsApp 留俾鍾意 chat 嘅人。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57116" y="822960"/>
            <a:ext cx="3474720" cy="54864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357116" y="8229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 LIVE — 切換去 iPhone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Live 5 分鐘示範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253996" y="2651760"/>
            <a:ext cx="7680960" cy="310896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2619756" y="2880360"/>
            <a:ext cx="6949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1F5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登入 何判頭 (60001005 / test1234)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1F5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Materials list — 急件 chip 喺接駁管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1F5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水管立管 item — 需用物料 panel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1F5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Daily log — banner「判頭唔可以寫」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1F5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切換 PM (60001001) — 4 zones dashboard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1F5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加大項 + multi-zone peer apply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1F5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7. 行事曆 with [N座] chips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less &gt; demo more. 練 10 次先見客。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我哋唔同人嘅地方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唔做你做開嘅 QS — 做你而家用 WhatsApp 做嘅嘢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1090879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468880"/>
                <a:gridCol w="2468880"/>
                <a:gridCol w="267919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Procore (US)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Cubicost (HK)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CK工程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中文介面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英文 only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簡中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繁中 zh-HK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HK 術語 (PTW/SI/VO/判頭)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✕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✕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Daily diary mobile-first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✕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✕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定價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per seat USD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per seat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HK$3,800/月 per project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Apple 帳號刪除合規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N/A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我哋唔做你做開嘅 QS。我哋做你而家用 WhatsApp 做嘅 stuff。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關春傑工程 — DC2026 油塘項目內部 pilot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2356" y="23774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5236" y="27432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75%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36676" y="36576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WhatsApp 工程 group 訊息數量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2836" y="23774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85716" y="27432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日 → 3 小時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677156" y="36576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月底 reconciliation 時間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43316" y="23774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26196" y="27432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單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517636" y="36576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subcontractor dispute 靠 audit trail 自動 resolved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個月每日使用 · 數據基於內部測試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越多 project 越平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定價 — 所有 tier 都包 v1.1 全部功能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2356" y="210312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8116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Pilot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28116" y="2834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HK$0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1 個月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19556" y="356616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項目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帳號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全部功能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836" y="210312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8596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Standard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68596" y="2834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HK$3,800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/月 per project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60036" y="356616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項目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 帳號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GB 圖則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報告/月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43316" y="210312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09076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09076" y="2834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HK$9,800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/月 無限項目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700516" y="356616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無限項目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無限帳號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GB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Review call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48640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48640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創始客戶價 HK$2,850/月 — 鎖 12 個月，2026-06-30 前簽（Standard 慳 25%）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點解你可以信我哋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Dispute 嘅時候，你唔需要靠記性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225796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37744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2377440"/>
            <a:ext cx="42656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Apple App Store 已通過 review（v1.1 自 5/27）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23076" y="2377440"/>
            <a:ext cx="5225796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551676" y="237744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00316" y="2377440"/>
            <a:ext cx="42656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Play 已通過 closed test review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5225796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8328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3383280"/>
            <a:ext cx="42656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5-persona security simulation，25/25 attack vectors blocked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23076" y="3383280"/>
            <a:ext cx="5225796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551676" y="338328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00316" y="3383280"/>
            <a:ext cx="42656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Apple 帳號刪除合規（soft-anonymize）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5225796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38912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389120"/>
            <a:ext cx="42656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數據加密：at rest (Supabase) + in transit (HTTPS only)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23076" y="4389120"/>
            <a:ext cx="5225796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551676" y="438912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00316" y="4389120"/>
            <a:ext cx="42656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PDPO compliant · 數據預設 Singapore region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 6 個月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Roadmap drives by customer asks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Q3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60320" y="2194560"/>
            <a:ext cx="8988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 PDF daily export with letterhead · WeChat / WhatsApp deeplink share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089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Q4 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3108960"/>
            <a:ext cx="8988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Cubicost integration（QS export → CK工程 進度項目）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0233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 2027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4023360"/>
            <a:ext cx="8988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棚架 / 焊接 specific PTW templates · AI 相片 PPE 檢查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9377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 2027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60320" y="4937760"/>
            <a:ext cx="8988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GPS site check-in for workers + payroll integration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你嘅 pilot feedback = 下個 quarter 嘅 feature。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62356" y="2103120"/>
            <a:ext cx="3383280" cy="256032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1842516" y="233172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1842516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6676" y="3291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想試？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6676" y="37490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 iOS / Android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 30 日 pilot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836" y="2103120"/>
            <a:ext cx="3383280" cy="256032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5682996" y="233172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5682996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77156" y="3291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想深入 demo？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77156" y="37490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預約 30 分鐘 Zoom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kck980724@gmail.com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43316" y="2103120"/>
            <a:ext cx="3383280" cy="256032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9523476" y="233172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9523476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517636" y="3291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想直接傾價？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17636" y="37490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回覆「let's pilot」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當日 send agreement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76072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關春傑 Kwan Chun Kit</a:t>
            </a:r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·  kck980724@gmail.com  ·  </a:t>
            </a:r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construction-app-lime-six.vercel.app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2026-06-01T05:49:35Z</dcterms:created>
  <dcterms:modified xsi:type="dcterms:W3CDTF">2026-06-01T05:49:35Z</dcterms:modified>
</cp:coreProperties>
</file>